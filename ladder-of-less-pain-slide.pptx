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fullergalway.github.io/ladder-of-less-pain/" TargetMode="External"/><Relationship Id="rId3" Type="http://schemas.openxmlformats.org/officeDocument/2006/relationships/hyperlink" Target="https://fullergalway.github.io/ladder-of-less-pain/" TargetMode="External"/><Relationship Id="rId4" Type="http://schemas.openxmlformats.org/officeDocument/2006/relationships/hyperlink" Target="https://github.com/fullergalway/ladder-of-less-pain" TargetMode="External"/><Relationship Id="rId1" Type="http://schemas.openxmlformats.org/officeDocument/2006/relationships/image" Target="../media/image-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fullergalway.github.io/ladder-of-less-pain/" TargetMode="External"/><Relationship Id="rId2" Type="http://schemas.openxmlformats.org/officeDocument/2006/relationships/hyperlink" Target="https://github.com/fullergalway/ladder-of-less-pain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"/>
            <a:ext cx="9144000" cy="228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28016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Ladder of Less Pain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43891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Abstraction Ladder · 70 Years of Developer Tooling (1956–2026)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0" y="146304"/>
            <a:ext cx="1965960" cy="475488"/>
          </a:xfrm>
          <a:prstGeom prst="roundRect">
            <a:avLst>
              <a:gd name="adj" fmla="val 15385"/>
            </a:avLst>
          </a:prstGeom>
          <a:solidFill>
            <a:srgbClr val="161F3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03720" y="18288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with</a:t>
            </a:r>
            <a:endParaRPr lang="en-US" sz="9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Grok Build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04570" y="713232"/>
            <a:ext cx="5534861" cy="3685032"/>
          </a:xfrm>
          <a:prstGeom prst="roundRect">
            <a:avLst>
              <a:gd name="adj" fmla="val 148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pic>
        <p:nvPicPr>
          <p:cNvPr id="9" name="Image 0" descr="Ladder of Less Pain visualization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1146" y="749808"/>
            <a:ext cx="5461709" cy="36118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4590288"/>
            <a:ext cx="9144000" cy="553212"/>
          </a:xfrm>
          <a:prstGeom prst="rect">
            <a:avLst/>
          </a:prstGeom>
          <a:solidFill>
            <a:srgbClr val="121A2E"/>
          </a:solidFill>
          <a:ln w="12700">
            <a:solidFill>
              <a:srgbClr val="121A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4654296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 </a:t>
            </a:r>
            <a:pPr indent="0" marL="0">
              <a:buNone/>
            </a:pPr>
            <a:r>
              <a:rPr lang="en-US" sz="1200" u="sng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fullergalway.github.io/ladder-of-less-pain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20040" y="4882896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 </a:t>
            </a:r>
            <a:pPr indent="0" marL="0">
              <a:buNone/>
            </a:pPr>
            <a:r>
              <a:rPr lang="en-US" sz="1100" u="sng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github.com/fullergalway/ladder-of-less-pain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43600" y="4663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Yesterday's expert tool is</a:t>
            </a:r>
            <a:endParaRPr lang="en-US" sz="1000" dirty="0"/>
          </a:p>
          <a:p>
            <a:pPr algn="r" indent="0" marL="0">
              <a:buNone/>
            </a:pPr>
            <a:r>
              <a:rPr lang="en-US" sz="1000" i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baseline. The craft remains.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"/>
            <a:ext cx="9144000" cy="228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message for students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Tooling has always been changing. AI is a big change — and it rests on every prior rise of the ladder.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2084832" cy="2011680"/>
          </a:xfrm>
          <a:prstGeom prst="roundRect">
            <a:avLst>
              <a:gd name="adj" fmla="val 4545"/>
            </a:avLst>
          </a:prstGeom>
          <a:solidFill>
            <a:srgbClr val="161F35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51560"/>
            <a:ext cx="2084832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2618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1956–1969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" y="1600200"/>
            <a:ext cx="1874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&amp; languages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Punch cards → FORTRAN,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COBOL, BASIC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14600" y="1051560"/>
            <a:ext cx="2084832" cy="2011680"/>
          </a:xfrm>
          <a:prstGeom prst="roundRect">
            <a:avLst>
              <a:gd name="adj" fmla="val 4545"/>
            </a:avLst>
          </a:prstGeom>
          <a:solidFill>
            <a:srgbClr val="161F35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14600" y="1051560"/>
            <a:ext cx="2084832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24328" y="12618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1970s–80s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24328" y="1600200"/>
            <a:ext cx="1874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systems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Unix, C, PCs,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Turbo tools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1051560"/>
            <a:ext cx="2084832" cy="2011680"/>
          </a:xfrm>
          <a:prstGeom prst="roundRect">
            <a:avLst>
              <a:gd name="adj" fmla="val 4545"/>
            </a:avLst>
          </a:prstGeom>
          <a:solidFill>
            <a:srgbClr val="161F35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1051560"/>
            <a:ext cx="208483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18888" y="12618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1990s–2000s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18888" y="1600200"/>
            <a:ext cx="1874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&amp; collaborate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Web, Git, CI,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03720" y="1051560"/>
            <a:ext cx="2084832" cy="2011680"/>
          </a:xfrm>
          <a:prstGeom prst="roundRect">
            <a:avLst>
              <a:gd name="adj" fmla="val 4545"/>
            </a:avLst>
          </a:prstGeom>
          <a:solidFill>
            <a:srgbClr val="161F35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03720" y="1051560"/>
            <a:ext cx="2084832" cy="7315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13448" y="12618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2010s–2026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13448" y="1600200"/>
            <a:ext cx="1874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→ AI agents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Containers, Copilot,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as interface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3246120"/>
            <a:ext cx="8503920" cy="1051560"/>
          </a:xfrm>
          <a:prstGeom prst="roundRect">
            <a:avLst>
              <a:gd name="adj" fmla="val 8696"/>
            </a:avLst>
          </a:prstGeom>
          <a:solidFill>
            <a:srgbClr val="121A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3649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find it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3639312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https://fullergalway.github.io/ladder-of-less-pain/</a:t>
            </a:r>
            <a:endParaRPr lang="en-US" sz="1300" dirty="0"/>
          </a:p>
          <a:p>
            <a:pPr indent="0" marL="0">
              <a:buNone/>
            </a:pPr>
            <a:r>
              <a:rPr lang="en-US" sz="1200" u="sng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https://github.com/fullergalway/ladder-of-less-pain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0" y="347472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with Grok Build</a:t>
            </a:r>
            <a:endParaRPr lang="en-US" sz="14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· single HTML file</a:t>
            </a:r>
            <a:endParaRPr lang="en-US" sz="14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 on GitHub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20040" y="448056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never changed: Algorithms · Correctness · Trade-offs · Debugging · Empathy · Systems thinking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" y="4736592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4B5F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Yesterday's expert tool is today's baseline. The craft remains.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Ladder of Less Pain</dc:title>
  <dc:subject>70 Years of Developer Tooling (1956–2026)</dc:subject>
  <dc:creator>Grok Build</dc:creator>
  <cp:lastModifiedBy>Grok Build</cp:lastModifiedBy>
  <cp:revision>1</cp:revision>
  <dcterms:created xsi:type="dcterms:W3CDTF">2026-07-28T22:16:04Z</dcterms:created>
  <dcterms:modified xsi:type="dcterms:W3CDTF">2026-07-28T22:16:04Z</dcterms:modified>
</cp:coreProperties>
</file>